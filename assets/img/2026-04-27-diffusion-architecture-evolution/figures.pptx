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B6CA"/>
    <a:srgbClr val="A83EA3"/>
    <a:srgbClr val="6A236D"/>
    <a:srgbClr val="459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821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350" y="773"/>
      </p:cViewPr>
      <p:guideLst>
        <p:guide pos="3840"/>
        <p:guide orient="horz" pos="2160"/>
        <p:guide orient="horz" pos="2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02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87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00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57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670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65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21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25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02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35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30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2B1A8-8FBB-433B-947F-F52F1C8CEB02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4CF3C-F630-45CF-8E9D-34F1DA78E8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38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569168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DIFFUSION ARCHITECTURE EVOLUTION</a:t>
            </a:r>
          </a:p>
          <a:p>
            <a:pPr algn="ctr"/>
            <a:r>
              <a:rPr lang="en-US" altLang="zh-CN" sz="3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U-Nets to </a:t>
            </a:r>
            <a:r>
              <a:rPr lang="en-US" altLang="zh-CN" sz="36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DiTs</a:t>
            </a:r>
            <a:r>
              <a:rPr lang="en-US" altLang="zh-CN" sz="3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(2021-2025)</a:t>
            </a:r>
            <a:endParaRPr lang="zh-CN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24005" y="2172215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5BB6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</a:t>
            </a:r>
            <a:endParaRPr lang="zh-CN" altLang="en-US" sz="3600" b="1" dirty="0">
              <a:solidFill>
                <a:srgbClr val="5BB6C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3036" y="2169943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A83EA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</a:t>
            </a:r>
            <a:endParaRPr lang="zh-CN" altLang="en-US" sz="3600" b="1" dirty="0">
              <a:solidFill>
                <a:srgbClr val="A83EA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583995" y="3022660"/>
            <a:ext cx="2880001" cy="2867128"/>
            <a:chOff x="1746146" y="2732057"/>
            <a:chExt cx="3257129" cy="2323003"/>
          </a:xfrm>
        </p:grpSpPr>
        <p:grpSp>
          <p:nvGrpSpPr>
            <p:cNvPr id="17" name="组合 16"/>
            <p:cNvGrpSpPr/>
            <p:nvPr/>
          </p:nvGrpSpPr>
          <p:grpSpPr>
            <a:xfrm>
              <a:off x="1746146" y="2732058"/>
              <a:ext cx="1512616" cy="2323002"/>
              <a:chOff x="1070564" y="2737678"/>
              <a:chExt cx="2461507" cy="3574999"/>
            </a:xfrm>
          </p:grpSpPr>
          <p:sp>
            <p:nvSpPr>
              <p:cNvPr id="10" name="矩形 9"/>
              <p:cNvSpPr/>
              <p:nvPr/>
            </p:nvSpPr>
            <p:spPr>
              <a:xfrm rot="5400000">
                <a:off x="-543316" y="4351558"/>
                <a:ext cx="3574999" cy="347240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 rot="5400000">
                <a:off x="496434" y="4348047"/>
                <a:ext cx="2883678" cy="322163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 rot="5400000">
                <a:off x="1578159" y="4348046"/>
                <a:ext cx="2171703" cy="322163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 rot="5400000">
                <a:off x="2653606" y="4357424"/>
                <a:ext cx="1453525" cy="303405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 rot="10800000">
              <a:off x="3490661" y="2732057"/>
              <a:ext cx="1512614" cy="2323002"/>
              <a:chOff x="1070562" y="2721628"/>
              <a:chExt cx="2461504" cy="3574999"/>
            </a:xfrm>
          </p:grpSpPr>
          <p:sp>
            <p:nvSpPr>
              <p:cNvPr id="19" name="矩形 18"/>
              <p:cNvSpPr/>
              <p:nvPr/>
            </p:nvSpPr>
            <p:spPr>
              <a:xfrm rot="5400000">
                <a:off x="-543318" y="4335508"/>
                <a:ext cx="3574999" cy="347240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 rot="5400000">
                <a:off x="496433" y="4364094"/>
                <a:ext cx="2883678" cy="322162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 rot="5400000">
                <a:off x="1578157" y="4364095"/>
                <a:ext cx="2171703" cy="322162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 rot="5400000">
                <a:off x="2653601" y="4373475"/>
                <a:ext cx="1453526" cy="303405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37" name="直接箭头连接符 36"/>
          <p:cNvCxnSpPr/>
          <p:nvPr/>
        </p:nvCxnSpPr>
        <p:spPr>
          <a:xfrm>
            <a:off x="4754880" y="4437063"/>
            <a:ext cx="2662932" cy="0"/>
          </a:xfrm>
          <a:prstGeom prst="straightConnector1">
            <a:avLst/>
          </a:prstGeom>
          <a:ln w="28575">
            <a:solidFill>
              <a:srgbClr val="A83E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754880" y="4437063"/>
            <a:ext cx="1341120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068319" y="4579997"/>
            <a:ext cx="77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436524" y="4579997"/>
            <a:ext cx="77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653395" y="6219704"/>
            <a:ext cx="288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ICLR Blogposts 2026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1772670" y="5725690"/>
            <a:ext cx="2502651" cy="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2142996" y="5441573"/>
            <a:ext cx="1761999" cy="10537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2537330" y="5160470"/>
            <a:ext cx="973331" cy="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2921472" y="4881880"/>
            <a:ext cx="205047" cy="501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/>
          <p:cNvGrpSpPr/>
          <p:nvPr/>
        </p:nvGrpSpPr>
        <p:grpSpPr>
          <a:xfrm>
            <a:off x="7674532" y="3052814"/>
            <a:ext cx="2879994" cy="2808740"/>
            <a:chOff x="7674532" y="3079318"/>
            <a:chExt cx="2879994" cy="2808740"/>
          </a:xfrm>
        </p:grpSpPr>
        <p:grpSp>
          <p:nvGrpSpPr>
            <p:cNvPr id="94" name="组合 93"/>
            <p:cNvGrpSpPr/>
            <p:nvPr/>
          </p:nvGrpSpPr>
          <p:grpSpPr>
            <a:xfrm>
              <a:off x="7674532" y="3558363"/>
              <a:ext cx="2879994" cy="1893749"/>
              <a:chOff x="7674531" y="3800950"/>
              <a:chExt cx="2879994" cy="1323432"/>
            </a:xfrm>
          </p:grpSpPr>
          <p:sp>
            <p:nvSpPr>
              <p:cNvPr id="33" name="矩形 32"/>
              <p:cNvSpPr/>
              <p:nvPr/>
            </p:nvSpPr>
            <p:spPr>
              <a:xfrm rot="10800000">
                <a:off x="7674531" y="3800950"/>
                <a:ext cx="2879994" cy="175050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10800000">
                <a:off x="7674531" y="4194503"/>
                <a:ext cx="2879994" cy="151402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7674531" y="4949332"/>
                <a:ext cx="2879994" cy="175050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7674531" y="4565187"/>
                <a:ext cx="2879994" cy="164857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7674532" y="5672058"/>
              <a:ext cx="2862681" cy="216000"/>
              <a:chOff x="7687402" y="5621065"/>
              <a:chExt cx="2862681" cy="216000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7687402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8065499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8443596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8821694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9199791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9577888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9955985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10334083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>
              <a:off x="7674532" y="3079318"/>
              <a:ext cx="2862681" cy="216000"/>
              <a:chOff x="7674532" y="3079318"/>
              <a:chExt cx="2862681" cy="216000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7674532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8052629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8430726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8808824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9186921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9565018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9943115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10321213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873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228600" y="-121920"/>
            <a:ext cx="12618720" cy="7391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0" y="569168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DIFFUSION ARCHITECTURE EVOLUTION</a:t>
            </a:r>
          </a:p>
          <a:p>
            <a:pPr algn="ctr"/>
            <a:r>
              <a:rPr lang="en-US" altLang="zh-CN" sz="36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U-Nets to </a:t>
            </a:r>
            <a:r>
              <a:rPr lang="en-US" altLang="zh-CN" sz="3600" dirty="0" err="1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DiTs</a:t>
            </a:r>
            <a:r>
              <a:rPr lang="en-US" altLang="zh-CN" sz="36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(2021-2025)</a:t>
            </a:r>
            <a:endParaRPr lang="zh-CN" altLang="en-US" sz="3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24005" y="2172215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5BB6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U-Net</a:t>
            </a:r>
            <a:endParaRPr lang="zh-CN" altLang="en-US" sz="3600" b="1" dirty="0">
              <a:solidFill>
                <a:srgbClr val="5BB6C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3036" y="2169943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A83EA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</a:t>
            </a:r>
            <a:endParaRPr lang="zh-CN" altLang="en-US" sz="3600" b="1" dirty="0">
              <a:solidFill>
                <a:srgbClr val="A83EA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583995" y="3022660"/>
            <a:ext cx="2880001" cy="2867128"/>
            <a:chOff x="1746146" y="2732057"/>
            <a:chExt cx="3257129" cy="2323003"/>
          </a:xfrm>
        </p:grpSpPr>
        <p:grpSp>
          <p:nvGrpSpPr>
            <p:cNvPr id="17" name="组合 16"/>
            <p:cNvGrpSpPr/>
            <p:nvPr/>
          </p:nvGrpSpPr>
          <p:grpSpPr>
            <a:xfrm>
              <a:off x="1746146" y="2732058"/>
              <a:ext cx="1512616" cy="2323002"/>
              <a:chOff x="1070564" y="2737678"/>
              <a:chExt cx="2461507" cy="3574999"/>
            </a:xfrm>
          </p:grpSpPr>
          <p:sp>
            <p:nvSpPr>
              <p:cNvPr id="10" name="矩形 9"/>
              <p:cNvSpPr/>
              <p:nvPr/>
            </p:nvSpPr>
            <p:spPr>
              <a:xfrm rot="5400000">
                <a:off x="-543316" y="4351558"/>
                <a:ext cx="3574999" cy="347240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 rot="5400000">
                <a:off x="496434" y="4348047"/>
                <a:ext cx="2883678" cy="322163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 rot="5400000">
                <a:off x="1578159" y="4348046"/>
                <a:ext cx="2171703" cy="322163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 rot="5400000">
                <a:off x="2653606" y="4357424"/>
                <a:ext cx="1453525" cy="303405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 rot="10800000">
              <a:off x="3490661" y="2732057"/>
              <a:ext cx="1512614" cy="2323002"/>
              <a:chOff x="1070562" y="2721628"/>
              <a:chExt cx="2461504" cy="3574999"/>
            </a:xfrm>
          </p:grpSpPr>
          <p:sp>
            <p:nvSpPr>
              <p:cNvPr id="19" name="矩形 18"/>
              <p:cNvSpPr/>
              <p:nvPr/>
            </p:nvSpPr>
            <p:spPr>
              <a:xfrm rot="5400000">
                <a:off x="-543318" y="4335508"/>
                <a:ext cx="3574999" cy="347240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 rot="5400000">
                <a:off x="496433" y="4364094"/>
                <a:ext cx="2883678" cy="322162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 rot="5400000">
                <a:off x="1578157" y="4364095"/>
                <a:ext cx="2171703" cy="322162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 rot="5400000">
                <a:off x="2653601" y="4373475"/>
                <a:ext cx="1453526" cy="303405"/>
              </a:xfrm>
              <a:prstGeom prst="rect">
                <a:avLst/>
              </a:prstGeom>
              <a:noFill/>
              <a:ln w="28575">
                <a:solidFill>
                  <a:srgbClr val="5BB6C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37" name="直接箭头连接符 36"/>
          <p:cNvCxnSpPr/>
          <p:nvPr/>
        </p:nvCxnSpPr>
        <p:spPr>
          <a:xfrm>
            <a:off x="4754880" y="4437063"/>
            <a:ext cx="2662932" cy="0"/>
          </a:xfrm>
          <a:prstGeom prst="straightConnector1">
            <a:avLst/>
          </a:prstGeom>
          <a:ln w="28575">
            <a:solidFill>
              <a:srgbClr val="A83EA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754880" y="4437063"/>
            <a:ext cx="1341120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068319" y="4579997"/>
            <a:ext cx="77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436524" y="4579997"/>
            <a:ext cx="77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653395" y="6219704"/>
            <a:ext cx="288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ICLR Blogposts 2026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1772670" y="5725690"/>
            <a:ext cx="2502651" cy="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2142996" y="5441573"/>
            <a:ext cx="1761999" cy="10537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2537330" y="5160470"/>
            <a:ext cx="973331" cy="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2921472" y="4881880"/>
            <a:ext cx="205047" cy="5010"/>
          </a:xfrm>
          <a:prstGeom prst="straightConnector1">
            <a:avLst/>
          </a:prstGeom>
          <a:ln w="28575">
            <a:solidFill>
              <a:srgbClr val="5BB6C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/>
          <p:cNvGrpSpPr/>
          <p:nvPr/>
        </p:nvGrpSpPr>
        <p:grpSpPr>
          <a:xfrm>
            <a:off x="7674532" y="3052814"/>
            <a:ext cx="2879994" cy="2808740"/>
            <a:chOff x="7674532" y="3079318"/>
            <a:chExt cx="2879994" cy="2808740"/>
          </a:xfrm>
        </p:grpSpPr>
        <p:grpSp>
          <p:nvGrpSpPr>
            <p:cNvPr id="94" name="组合 93"/>
            <p:cNvGrpSpPr/>
            <p:nvPr/>
          </p:nvGrpSpPr>
          <p:grpSpPr>
            <a:xfrm>
              <a:off x="7674532" y="3558363"/>
              <a:ext cx="2879994" cy="1893749"/>
              <a:chOff x="7674531" y="3800950"/>
              <a:chExt cx="2879994" cy="1323432"/>
            </a:xfrm>
          </p:grpSpPr>
          <p:sp>
            <p:nvSpPr>
              <p:cNvPr id="33" name="矩形 32"/>
              <p:cNvSpPr/>
              <p:nvPr/>
            </p:nvSpPr>
            <p:spPr>
              <a:xfrm rot="10800000">
                <a:off x="7674531" y="3800950"/>
                <a:ext cx="2879994" cy="175050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10800000">
                <a:off x="7674531" y="4194503"/>
                <a:ext cx="2879994" cy="151402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7674531" y="4949332"/>
                <a:ext cx="2879994" cy="175050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7674531" y="4565187"/>
                <a:ext cx="2879994" cy="164857"/>
              </a:xfrm>
              <a:prstGeom prst="rect">
                <a:avLst/>
              </a:prstGeom>
              <a:noFill/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7674532" y="5672058"/>
              <a:ext cx="2862681" cy="216000"/>
              <a:chOff x="7687402" y="5621065"/>
              <a:chExt cx="2862681" cy="216000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7687402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8065499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8443596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8821694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9199791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9577888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9955985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10334083" y="5621065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>
              <a:off x="7674532" y="3079318"/>
              <a:ext cx="2862681" cy="216000"/>
              <a:chOff x="7674532" y="3079318"/>
              <a:chExt cx="2862681" cy="216000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7674532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8052629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8430726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8808824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9186921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9565018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9943115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10321213" y="3079318"/>
                <a:ext cx="216000" cy="216000"/>
              </a:xfrm>
              <a:prstGeom prst="rect">
                <a:avLst/>
              </a:prstGeom>
              <a:solidFill>
                <a:srgbClr val="A83EA3"/>
              </a:solidFill>
              <a:ln w="28575">
                <a:solidFill>
                  <a:srgbClr val="A83EA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127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34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Windows User</cp:lastModifiedBy>
  <cp:revision>13</cp:revision>
  <dcterms:created xsi:type="dcterms:W3CDTF">2025-10-21T07:51:28Z</dcterms:created>
  <dcterms:modified xsi:type="dcterms:W3CDTF">2025-10-21T08:32:46Z</dcterms:modified>
</cp:coreProperties>
</file>